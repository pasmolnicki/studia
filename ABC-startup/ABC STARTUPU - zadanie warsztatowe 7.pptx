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6" r:id="rId5"/>
  </p:sldIdLst>
  <p:sldSz cx="9144000" cy="6858000" type="screen4x3"/>
  <p:notesSz cx="6808788" cy="9940925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0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08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390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775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481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710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862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806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461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642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346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85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FBAE6-AC88-4232-8E71-F8A7695D002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DDEB8-B35A-4FF1-890E-0B536E05C45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696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67544" y="52307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l-PL" sz="3600" dirty="0" smtClean="0"/>
              <a:t>Zadanie nr 7 – </a:t>
            </a:r>
            <a:r>
              <a:rPr lang="en-US" sz="4000" dirty="0" err="1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Źródła</a:t>
            </a:r>
            <a:r>
              <a:rPr lang="en-US" sz="4000" dirty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000" dirty="0" err="1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kapitału</a:t>
            </a:r>
            <a:r>
              <a:rPr lang="en-US" sz="4000" dirty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000" dirty="0" err="1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dla</a:t>
            </a:r>
            <a:r>
              <a:rPr lang="en-US" sz="4000" dirty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000" dirty="0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start-</a:t>
            </a:r>
            <a:r>
              <a:rPr lang="en-US" sz="4000" dirty="0" err="1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upu</a:t>
            </a:r>
            <a:endParaRPr lang="pl-PL" sz="3600" dirty="0">
              <a:latin typeface="+mn-lt"/>
            </a:endParaRPr>
          </a:p>
        </p:txBody>
      </p:sp>
      <p:pic>
        <p:nvPicPr>
          <p:cNvPr id="1028" name="Picture 4" descr="Znalezione obrazy dla zapytania politechnika wrocławska logotyp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48"/>
            <a:ext cx="1824891" cy="53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zawartości 2"/>
          <p:cNvSpPr>
            <a:spLocks noGrp="1"/>
          </p:cNvSpPr>
          <p:nvPr>
            <p:ph idx="1"/>
          </p:nvPr>
        </p:nvSpPr>
        <p:spPr>
          <a:xfrm>
            <a:off x="369913" y="2780928"/>
            <a:ext cx="8424862" cy="356478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l-PL" sz="2800" dirty="0" smtClean="0"/>
              <a:t>Analiza źródeł pozyskania kapitału dla start-</a:t>
            </a:r>
            <a:r>
              <a:rPr lang="pl-PL" sz="2800" dirty="0" err="1" smtClean="0"/>
              <a:t>upu</a:t>
            </a:r>
            <a:r>
              <a:rPr lang="pl-PL" sz="2800" dirty="0" smtClean="0"/>
              <a:t/>
            </a:r>
            <a:br>
              <a:rPr lang="pl-PL" sz="2800" dirty="0" smtClean="0"/>
            </a:br>
            <a:r>
              <a:rPr lang="pl-PL" sz="2800" dirty="0" smtClean="0"/>
              <a:t>(mapa możliwości)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109785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 smtClean="0"/>
              <a:t>Zadanie nr 7</a:t>
            </a:r>
            <a:endParaRPr lang="pl-PL" sz="3600" dirty="0"/>
          </a:p>
        </p:txBody>
      </p:sp>
      <p:pic>
        <p:nvPicPr>
          <p:cNvPr id="1028" name="Picture 4" descr="Znalezione obrazy dla zapytania politechnika wrocławska logotyp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48"/>
            <a:ext cx="1824891" cy="53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zawartości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608512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pl-PL" sz="2400" dirty="0" smtClean="0"/>
              <a:t>Na następnym slajdzie przedstawiono możliwe źródła kapitału? </a:t>
            </a:r>
            <a:endParaRPr lang="pl-PL" sz="2400" dirty="0"/>
          </a:p>
          <a:p>
            <a:pPr marL="514350" indent="-514350">
              <a:buAutoNum type="arabicPeriod"/>
            </a:pPr>
            <a:r>
              <a:rPr lang="pl-PL" sz="2400" dirty="0" smtClean="0"/>
              <a:t>Proszę oszacować wielkość pożądanego kapitału na start Waszego start-</a:t>
            </a:r>
            <a:r>
              <a:rPr lang="pl-PL" sz="2400" dirty="0" err="1" smtClean="0"/>
              <a:t>upu</a:t>
            </a:r>
            <a:r>
              <a:rPr lang="pl-PL" sz="2400" dirty="0" smtClean="0"/>
              <a:t> z punktu widzenia potrzebnych zasobów (technicznych, ludzkich itd.) i kosztów opracowania MVP. </a:t>
            </a:r>
          </a:p>
          <a:p>
            <a:pPr marL="514350" indent="-514350">
              <a:buAutoNum type="arabicPeriod"/>
            </a:pPr>
            <a:r>
              <a:rPr lang="pl-PL" sz="2400" dirty="0" smtClean="0"/>
              <a:t>Następnie proszę  dokonać analizy możliwych źródeł kapitału kierując się slajdem na następnej stronie i załączoną publikacją oraz wybrać najbardziej </a:t>
            </a:r>
          </a:p>
        </p:txBody>
      </p:sp>
    </p:spTree>
    <p:extLst>
      <p:ext uri="{BB962C8B-B14F-4D97-AF65-F5344CB8AC3E}">
        <p14:creationId xmlns:p14="http://schemas.microsoft.com/office/powerpoint/2010/main" val="156236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Znalezione obrazy dla zapytania politechnika wrocławska logotyp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48"/>
            <a:ext cx="1824891" cy="53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0218"/>
            <a:ext cx="9144000" cy="517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7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67544" y="52307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err="1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Źródła</a:t>
            </a:r>
            <a:r>
              <a:rPr lang="en-US" sz="4000" dirty="0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000" dirty="0" err="1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kapitału</a:t>
            </a:r>
            <a:r>
              <a:rPr lang="en-US" sz="4000" dirty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000" dirty="0" err="1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dla</a:t>
            </a:r>
            <a:r>
              <a:rPr lang="en-US" sz="4000" dirty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000" dirty="0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start-</a:t>
            </a:r>
            <a:r>
              <a:rPr lang="en-US" sz="4000" dirty="0" err="1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upu</a:t>
            </a:r>
            <a:r>
              <a:rPr lang="pl-PL" sz="4000" dirty="0" smtClean="0">
                <a:solidFill>
                  <a:srgbClr val="0D1B2A"/>
                </a:solidFill>
                <a:latin typeface="+mn-lt"/>
                <a:ea typeface="Aptos Display" pitchFamily="34" charset="-122"/>
                <a:cs typeface="Aptos Display" pitchFamily="34" charset="-120"/>
              </a:rPr>
              <a:t> (przykład)</a:t>
            </a:r>
            <a:endParaRPr lang="pl-PL" sz="3600" dirty="0">
              <a:latin typeface="+mn-lt"/>
            </a:endParaRPr>
          </a:p>
        </p:txBody>
      </p:sp>
      <p:pic>
        <p:nvPicPr>
          <p:cNvPr id="1028" name="Picture 4" descr="Znalezione obrazy dla zapytania politechnika wrocławska logotyp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48"/>
            <a:ext cx="1824891" cy="53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440520"/>
              </p:ext>
            </p:extLst>
          </p:nvPr>
        </p:nvGraphicFramePr>
        <p:xfrm>
          <a:off x="457200" y="1600200"/>
          <a:ext cx="8229600" cy="395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0584"/>
                <a:gridCol w="1728192"/>
                <a:gridCol w="433082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Źródło kapitału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Wykorzystanie </a:t>
                      </a:r>
                      <a:br>
                        <a:rPr lang="pl-PL" dirty="0" smtClean="0"/>
                      </a:br>
                      <a:r>
                        <a:rPr lang="pl-PL" dirty="0" smtClean="0"/>
                        <a:t>TAK/NIE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Opis </a:t>
                      </a:r>
                      <a:br>
                        <a:rPr lang="pl-PL" dirty="0" smtClean="0"/>
                      </a:br>
                      <a:r>
                        <a:rPr lang="pl-PL" dirty="0" smtClean="0"/>
                        <a:t>(dlaczego, wielkość, przeznaczenie itd.)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Środki własne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TAK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FFF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TAK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Dotacje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NIE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---------------------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Akceleratory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TAK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Aniołowie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smtClean="0"/>
                        <a:t>biznesu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TAK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endParaRPr lang="pl-P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Crowdfunding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NIE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---------------------</a:t>
                      </a:r>
                      <a:endParaRPr lang="pl-PL" dirty="0"/>
                    </a:p>
                  </a:txBody>
                  <a:tcPr/>
                </a:tc>
              </a:tr>
              <a:tr h="27305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Dług</a:t>
                      </a:r>
                      <a:r>
                        <a:rPr lang="pl-PL" baseline="0" dirty="0" smtClean="0"/>
                        <a:t>/</a:t>
                      </a:r>
                      <a:r>
                        <a:rPr lang="pl-PL" baseline="0" dirty="0" err="1" smtClean="0"/>
                        <a:t>fatoring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TAK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opis</a:t>
                      </a:r>
                      <a:r>
                        <a:rPr lang="pl-PL" baseline="0" dirty="0" smtClean="0"/>
                        <a:t> </a:t>
                      </a:r>
                      <a:endParaRPr lang="pl-PL" dirty="0"/>
                    </a:p>
                  </a:txBody>
                  <a:tcPr/>
                </a:tc>
              </a:tr>
              <a:tr h="180340"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VC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smtClean="0"/>
                        <a:t>NIE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---------------------</a:t>
                      </a:r>
                      <a:endParaRPr lang="pl-P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116</Words>
  <Application>Microsoft Office PowerPoint</Application>
  <PresentationFormat>Pokaz na ekranie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Aptos Display</vt:lpstr>
      <vt:lpstr>Arial</vt:lpstr>
      <vt:lpstr>Calibri</vt:lpstr>
      <vt:lpstr>Motyw pakietu Office</vt:lpstr>
      <vt:lpstr>Zadanie nr 7 – Źródła kapitału dla start-upu</vt:lpstr>
      <vt:lpstr>Zadanie nr 7</vt:lpstr>
      <vt:lpstr>Prezentacja programu PowerPoint</vt:lpstr>
      <vt:lpstr>Źródła kapitału dla start-upu (przykład)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Piotr Kubiński</dc:creator>
  <cp:lastModifiedBy>P.Kubinski</cp:lastModifiedBy>
  <cp:revision>61</cp:revision>
  <cp:lastPrinted>2018-05-08T14:24:55Z</cp:lastPrinted>
  <dcterms:created xsi:type="dcterms:W3CDTF">2018-04-11T14:57:30Z</dcterms:created>
  <dcterms:modified xsi:type="dcterms:W3CDTF">2026-05-14T16:44:35Z</dcterms:modified>
</cp:coreProperties>
</file>